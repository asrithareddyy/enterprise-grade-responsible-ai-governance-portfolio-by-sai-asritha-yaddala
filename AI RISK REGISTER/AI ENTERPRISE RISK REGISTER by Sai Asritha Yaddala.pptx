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2" r:id="rId5"/>
    <p:sldId id="299" r:id="rId6"/>
    <p:sldId id="261" r:id="rId7"/>
    <p:sldId id="301" r:id="rId8"/>
    <p:sldId id="302" r:id="rId9"/>
    <p:sldId id="276" r:id="rId10"/>
    <p:sldId id="293" r:id="rId11"/>
    <p:sldId id="28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/>
          <a:lstStyle/>
          <a:p>
            <a:r>
              <a:rPr lang="en-US" altLang="zh-CN" dirty="0"/>
              <a:t>AI RISK REGISTER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SAI ASRITHA YADDALA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3428999"/>
            <a:ext cx="9458631" cy="3154045"/>
          </a:xfrm>
        </p:spPr>
        <p:txBody>
          <a:bodyPr anchor="t" anchorCtr="0"/>
          <a:lstStyle/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IN" sz="4800" b="1" kern="1200" dirty="0">
                <a:solidFill>
                  <a:srgbClr val="FFD700"/>
                </a:solidFill>
                <a:latin typeface="+mj-lt"/>
                <a:ea typeface="+mj-ea"/>
                <a:cs typeface="+mj-cs"/>
              </a:rPr>
              <a:t>Enterprise grade AI Risk Governance</a:t>
            </a:r>
            <a:br>
              <a:rPr lang="en-IN" sz="4800" b="1" kern="1200" dirty="0">
                <a:solidFill>
                  <a:srgbClr val="FFD700"/>
                </a:solidFill>
                <a:latin typeface="+mj-lt"/>
                <a:ea typeface="+mj-ea"/>
                <a:cs typeface="+mj-cs"/>
              </a:rPr>
            </a:br>
            <a:r>
              <a:rPr lang="en-IN" sz="4800" b="1" kern="1200" dirty="0">
                <a:solidFill>
                  <a:srgbClr val="FFD700"/>
                </a:solidFill>
                <a:latin typeface="+mj-lt"/>
                <a:ea typeface="+mj-ea"/>
                <a:cs typeface="+mj-cs"/>
              </a:rPr>
              <a:t>Aligned to NIST AI RMF, ISO 42001, MITRE ATLAS</a:t>
            </a:r>
            <a:br>
              <a:rPr lang="en-IN" dirty="0"/>
            </a:b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lang="en-IN" sz="4800" dirty="0"/>
              <a:t>AI Risk Scoring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1936954"/>
            <a:ext cx="5029200" cy="3933493"/>
          </a:xfrm>
          <a:noFill/>
        </p:spPr>
        <p:txBody>
          <a:bodyPr>
            <a:normAutofit/>
          </a:bodyPr>
          <a:lstStyle/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dirty="0"/>
              <a:t>Risk = Impact × Likelihood × Detectability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endParaRPr lang="en-US" dirty="0"/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dirty="0"/>
              <a:t>Impact: Severity of harm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dirty="0"/>
              <a:t>Likelihood: Probability of occurrence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dirty="0"/>
              <a:t>Detectability: How easily it can be detected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29DD-C419-8D96-5BD5-9D4FD6E1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D79B-BC34-BAA5-2E74-D1626C37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lang="en-US" sz="4000" dirty="0">
                <a:solidFill>
                  <a:srgbClr val="FFD700"/>
                </a:solidFill>
              </a:rPr>
              <a:t>RISK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DB763-C451-A06D-F73E-60A0ECF0D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1936954"/>
            <a:ext cx="5029200" cy="3933493"/>
          </a:xfrm>
          <a:noFill/>
        </p:spPr>
        <p:txBody>
          <a:bodyPr>
            <a:normAutofit/>
          </a:bodyPr>
          <a:lstStyle/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dirty="0"/>
              <a:t>• Fairness &amp; Bias</a:t>
            </a:r>
            <a:br>
              <a:rPr lang="en-US" dirty="0"/>
            </a:br>
            <a:r>
              <a:rPr lang="en-US" dirty="0"/>
              <a:t>• Explainability</a:t>
            </a:r>
            <a:br>
              <a:rPr lang="en-US" dirty="0"/>
            </a:br>
            <a:r>
              <a:rPr lang="en-US" dirty="0"/>
              <a:t>• Privacy &amp; Data Protection</a:t>
            </a:r>
            <a:br>
              <a:rPr lang="en-US" dirty="0"/>
            </a:br>
            <a:r>
              <a:rPr lang="en-US" dirty="0"/>
              <a:t>• Security / MITRE ATLAS</a:t>
            </a:r>
            <a:br>
              <a:rPr lang="en-US" dirty="0"/>
            </a:br>
            <a:r>
              <a:rPr lang="en-US" dirty="0"/>
              <a:t>• Performance &amp; Reliability</a:t>
            </a:r>
            <a:br>
              <a:rPr lang="en-US" dirty="0"/>
            </a:br>
            <a:r>
              <a:rPr lang="en-US" dirty="0"/>
              <a:t>• Ethical &amp; Societal</a:t>
            </a:r>
            <a:br>
              <a:rPr lang="en-US" dirty="0"/>
            </a:br>
            <a:r>
              <a:rPr lang="en-US" dirty="0"/>
              <a:t>• Compliance &amp; Legal</a:t>
            </a:r>
            <a:br>
              <a:rPr lang="en-US" dirty="0"/>
            </a:br>
            <a:r>
              <a:rPr lang="en-US" dirty="0"/>
              <a:t>• Operational</a:t>
            </a:r>
            <a:br>
              <a:rPr lang="en-US" dirty="0"/>
            </a:br>
            <a:r>
              <a:rPr lang="en-US" dirty="0"/>
              <a:t>• Reputational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EA4F9-656D-3B28-B602-2E396E51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89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EBA81-7ED1-9FF7-A684-BD0D3658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351F-4307-0411-415A-66375807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lang="en-IN" dirty="0"/>
              <a:t>MITRE ATLAS Threat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B8C22-6C4F-3A0D-3376-3332282A5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1927124"/>
            <a:ext cx="5029200" cy="3943324"/>
          </a:xfrm>
          <a:noFill/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AT1003 – Membership Inference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AT1018 – Model Inversion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AT1021 – Prompt Injection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AT1005 – Data Poisoning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AT1028 – Adversarial Input Manipulation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AT1025 – Bias Exploitation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AT1029 – Misuse of AI Capabilities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75166-794A-D22C-9C39-BE5EA882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753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658"/>
            <a:ext cx="3931920" cy="1661652"/>
          </a:xfrm>
        </p:spPr>
        <p:txBody>
          <a:bodyPr anchor="b" anchorCtr="0">
            <a:normAutofit fontScale="90000"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lang="en-US" altLang="zh-CN" sz="4000" dirty="0">
                <a:solidFill>
                  <a:srgbClr val="FFD700"/>
                </a:solidFill>
              </a:rPr>
              <a:t>AI RISK REGISTER STRUCTURE</a:t>
            </a:r>
            <a:endParaRPr lang="en-US" sz="4000" dirty="0">
              <a:solidFill>
                <a:srgbClr val="FFD700"/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740310"/>
            <a:ext cx="3931920" cy="4020410"/>
          </a:xfrm>
        </p:spPr>
        <p:txBody>
          <a:bodyPr>
            <a:normAutofit fontScale="40000" lnSpcReduction="20000"/>
          </a:bodyPr>
          <a:lstStyle/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endParaRPr lang="en-US" sz="4500" dirty="0"/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Risk ID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Risk Category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Description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Scoring (I × L × D)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Rating (R/A/G)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MITRE Mapping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Existing Controls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Recommended Controls</a:t>
            </a:r>
          </a:p>
          <a:p>
            <a:pPr marL="384048" lvl="1" indent="0">
              <a:buNone/>
              <a:defRPr sz="2600">
                <a:solidFill>
                  <a:srgbClr val="E6E6E6"/>
                </a:solidFill>
              </a:defRPr>
            </a:pPr>
            <a:r>
              <a:rPr lang="en-US" sz="5000" dirty="0"/>
              <a:t>• Risk Owner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Placeholder 11" descr="Three people having a discussion at a table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753"/>
                    </a14:imgEffect>
                    <a14:imgEffect>
                      <a14:saturation sat="133000"/>
                    </a14:imgEffect>
                    <a14:imgEffect>
                      <a14:brightnessContrast bright="4000" contrast="3000"/>
                    </a14:imgEffect>
                  </a14:imgLayer>
                </a14:imgProps>
              </a:ext>
            </a:extLst>
          </a:blip>
          <a:srcRect l="18665" r="18665"/>
          <a:stretch/>
        </p:blipFill>
        <p:spPr>
          <a:xfrm>
            <a:off x="5745002" y="0"/>
            <a:ext cx="6446999" cy="6858000"/>
          </a:xfr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3" y="275304"/>
            <a:ext cx="9448800" cy="1533832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rPr lang="en-US" dirty="0">
                <a:solidFill>
                  <a:srgbClr val="FFD700"/>
                </a:solidFill>
              </a:rPr>
              <a:t>RISK HEATMAP (IMPACT </a:t>
            </a:r>
            <a:r>
              <a:rPr lang="en-IN" dirty="0">
                <a:solidFill>
                  <a:srgbClr val="FFD700"/>
                </a:solidFill>
              </a:rPr>
              <a:t>× LIKELIHOOD)</a:t>
            </a:r>
            <a:br>
              <a:rPr lang="en-US" dirty="0">
                <a:solidFill>
                  <a:srgbClr val="FFD700"/>
                </a:solidFill>
              </a:rPr>
            </a:br>
            <a:endParaRPr lang="en-US" dirty="0">
              <a:solidFill>
                <a:srgbClr val="FFD700"/>
              </a:solidFill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74606"/>
            <a:ext cx="3291840" cy="3686114"/>
          </a:xfrm>
        </p:spPr>
        <p:txBody>
          <a:bodyPr/>
          <a:lstStyle/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Red = High Risk (40–100)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Amber = Medium Risk (20–39)</a:t>
            </a:r>
          </a:p>
          <a:p>
            <a:pPr lvl="1">
              <a:defRPr sz="2600">
                <a:solidFill>
                  <a:srgbClr val="E6E6E6"/>
                </a:solidFill>
              </a:defRPr>
            </a:pPr>
            <a:r>
              <a:rPr lang="en-US" dirty="0"/>
              <a:t>Green = Low Risk (1–19)</a:t>
            </a:r>
          </a:p>
          <a:p>
            <a:endParaRPr lang="en-US" dirty="0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46606" y="3108960"/>
            <a:ext cx="4783394" cy="1879791"/>
          </a:xfrm>
        </p:spPr>
        <p:txBody>
          <a:bodyPr>
            <a:normAutofit/>
          </a:bodyPr>
          <a:lstStyle/>
          <a:p>
            <a:r>
              <a:rPr lang="en-US" sz="2400" b="1" dirty="0"/>
              <a:t>Sai Asritha Yaddala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21</TotalTime>
  <Words>219</Words>
  <Application>Microsoft Office PowerPoint</Application>
  <PresentationFormat>Widescreen</PresentationFormat>
  <Paragraphs>49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AI RISK REGISTER</vt:lpstr>
      <vt:lpstr>Enterprise grade AI Risk Governance Aligned to NIST AI RMF, ISO 42001, MITRE ATLAS  </vt:lpstr>
      <vt:lpstr>AI Risk Scoring Model</vt:lpstr>
      <vt:lpstr>RISK Categories</vt:lpstr>
      <vt:lpstr>MITRE ATLAS Threat Mapping</vt:lpstr>
      <vt:lpstr>AI RISK REGISTER STRUCTURE</vt:lpstr>
      <vt:lpstr>RISK HEATMAP (IMPACT × LIKELIHOOD)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Asritha Reddy</dc:creator>
  <cp:lastModifiedBy>Asritha Reddy</cp:lastModifiedBy>
  <cp:revision>4</cp:revision>
  <dcterms:created xsi:type="dcterms:W3CDTF">2025-11-15T04:58:45Z</dcterms:created>
  <dcterms:modified xsi:type="dcterms:W3CDTF">2025-11-15T05:20:38Z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