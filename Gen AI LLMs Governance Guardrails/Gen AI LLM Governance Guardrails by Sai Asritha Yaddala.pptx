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1" y="640080"/>
            <a:ext cx="79405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F63B00"/>
                </a:solidFill>
                <a:latin typeface="Arial Black" panose="020B0A04020102020204" pitchFamily="34" charset="0"/>
              </a:rPr>
              <a:t>Gen AI / LLM Governance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4969566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endParaRPr lang="en-IN" dirty="0"/>
          </a:p>
          <a:p>
            <a:pPr lvl="1">
              <a:defRPr sz="2400">
                <a:solidFill>
                  <a:srgbClr val="555555"/>
                </a:solidFill>
              </a:defRPr>
            </a:pPr>
            <a:endParaRPr lang="en-IN"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lang="en-IN" sz="4400" dirty="0">
                <a:solidFill>
                  <a:schemeClr val="tx2"/>
                </a:solidFill>
              </a:rPr>
              <a:t>Sai Asritha Yaddala</a:t>
            </a:r>
            <a:endParaRPr sz="4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9208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dirty="0">
                <a:solidFill>
                  <a:srgbClr val="F63B00"/>
                </a:solidFill>
                <a:latin typeface="Arial Black" panose="020B0A04020102020204" pitchFamily="34" charset="0"/>
              </a:rPr>
              <a:t>Purpose of GenAI/LLM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991868" cy="37548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Ensure safe, ethical and compliant use of Generative AI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Reduce risks: hallucination, bias, misuse, IP leakage, privacy violation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Define enterprise-wide governance expectations for LLM usage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Protect data, users, brand and regulatory compliance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Ensure GenAI systems remain reliable, controlled and monitored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68436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Scope of the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537350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All internal GenAI/LLM applications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All employee use of external AI tools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All LLM-based automation, chatbots, copilots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Third‑party AI vendor solutions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Customer-facing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2500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Core Guardrail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4445897" cy="49859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Safety &amp; Harm Prevention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Security &amp; Abuse Prevention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Privacy &amp; Data Protection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Bias, Fairness &amp; Inclusion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Transparency &amp; User Disclosure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Human Oversight &amp; Control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Content Quality &amp; Fact Verification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IP, Copyright &amp; Legal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7346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Input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6632650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No sensitive, personal or confidential data in prompts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Use approved enterprise prompt templates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Input filters block harmful or restricted instructions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No client data, financial data or internal secrets allowed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Prompts must follow Responsible AI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1899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Output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021794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Mandatory hallucination check workflow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No authoritative medical, legal or financial advice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No unsafe, offensive or discriminatory content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Outputs must be verified for quality and factual accuracy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Content that impacts users must undergo human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8229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Prompt Engineering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7371377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Use structured prompts: Role → Task → Context → Constraints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Include safety instructions (</a:t>
            </a:r>
            <a:r>
              <a:rPr lang="en-IN" sz="2000" dirty="0">
                <a:solidFill>
                  <a:schemeClr val="tx2"/>
                </a:solidFill>
              </a:rPr>
              <a:t>"</a:t>
            </a:r>
            <a:r>
              <a:rPr sz="2000" dirty="0">
                <a:solidFill>
                  <a:schemeClr val="tx2"/>
                </a:solidFill>
              </a:rPr>
              <a:t>do not hallucinate</a:t>
            </a:r>
            <a:r>
              <a:rPr lang="en-IN" sz="2000" dirty="0">
                <a:solidFill>
                  <a:schemeClr val="tx2"/>
                </a:solidFill>
              </a:rPr>
              <a:t>"</a:t>
            </a:r>
            <a:r>
              <a:rPr sz="2000" dirty="0">
                <a:solidFill>
                  <a:schemeClr val="tx2"/>
                </a:solidFill>
              </a:rPr>
              <a:t>)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Require citations for factual claims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Ask the model to verify before final response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Apply consistency &amp; tone rules for enterprise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11868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Safety Filters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4234364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Toxicity &amp; harmful content filters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Bias &amp; fairness filters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PII detection and redaction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Malicious intent detection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Copyright/IP risk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80683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Human Oversight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838073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HITL mandatory for high-risk outputs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Human approval before customer exposure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Override &amp; escalation path for unsafe outputs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Critical decisions must never be fully automated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1" y="640080"/>
            <a:ext cx="79601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Monitoring &amp; Logging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5337230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Log all prompts and responses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Monitor hallucination incidents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Track security anomalies &amp; misuse patterns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Model drift &amp; performance monitoring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Monthly governance report to AI PMO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75979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rgbClr val="F63B00"/>
                </a:solidFill>
                <a:latin typeface="Arial Black" panose="020B0A04020102020204" pitchFamily="34" charset="0"/>
              </a:rPr>
              <a:t>Mandatory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4466736" cy="37548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GenAI/LLM Use Case Intake Form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Prompt Catalogue Repository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Hallucination &amp; Safety Incident Log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LLM Risk Assessment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Model Card + Safety Card</a:t>
            </a:r>
            <a:endParaRPr lang="en-IN"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endParaRPr sz="2000" dirty="0">
              <a:solidFill>
                <a:schemeClr val="tx2"/>
              </a:solidFill>
            </a:endParaRP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000" dirty="0">
                <a:solidFill>
                  <a:schemeClr val="tx2"/>
                </a:solidFill>
              </a:rPr>
              <a:t>• Human Oversight Decision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BBF0C1-2DF4-42BC-2478-36D9D6D83582}"/>
              </a:ext>
            </a:extLst>
          </p:cNvPr>
          <p:cNvSpPr txBox="1"/>
          <p:nvPr/>
        </p:nvSpPr>
        <p:spPr>
          <a:xfrm>
            <a:off x="1435510" y="1347019"/>
            <a:ext cx="770849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000" dirty="0">
              <a:solidFill>
                <a:srgbClr val="F63B00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rgbClr val="F63B00"/>
              </a:solidFill>
              <a:latin typeface="Arial Black" panose="020B0A04020102020204" pitchFamily="34" charset="0"/>
            </a:endParaRPr>
          </a:p>
          <a:p>
            <a:r>
              <a:rPr lang="en-IN" sz="4000" dirty="0">
                <a:solidFill>
                  <a:srgbClr val="F63B00"/>
                </a:solidFill>
                <a:latin typeface="Arial Black" panose="020B0A04020102020204" pitchFamily="34" charset="0"/>
              </a:rPr>
              <a:t>			Thank You</a:t>
            </a:r>
          </a:p>
          <a:p>
            <a:endParaRPr lang="en-IN" dirty="0"/>
          </a:p>
          <a:p>
            <a:r>
              <a:rPr lang="en-IN" dirty="0"/>
              <a:t>				</a:t>
            </a:r>
            <a:r>
              <a:rPr lang="en-IN" sz="3200" b="1" dirty="0">
                <a:solidFill>
                  <a:schemeClr val="tx2"/>
                </a:solidFill>
              </a:rPr>
              <a:t>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98766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433</Words>
  <Application>Microsoft Office PowerPoint</Application>
  <PresentationFormat>On-screen Show (4:3)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Asritha Reddy</dc:creator>
  <cp:keywords/>
  <dc:description>generated using python-pptx</dc:description>
  <cp:lastModifiedBy>Asritha Reddy</cp:lastModifiedBy>
  <cp:revision>3</cp:revision>
  <dcterms:created xsi:type="dcterms:W3CDTF">2013-01-27T09:14:16Z</dcterms:created>
  <dcterms:modified xsi:type="dcterms:W3CDTF">2025-11-18T06:22:40Z</dcterms:modified>
  <cp:category/>
</cp:coreProperties>
</file>